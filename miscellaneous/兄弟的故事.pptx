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07"/>
    <a:srgbClr val="D0D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microsoft.com/office/2007/relationships/media" Target="../media/audio1.wav"/><Relationship Id="rId2" Type="http://schemas.openxmlformats.org/officeDocument/2006/relationships/audio" Target="NULL" TargetMode="Externa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microsoft.com/office/2007/relationships/media" Target="../media/media2.mp3"/><Relationship Id="rId2" Type="http://schemas.openxmlformats.org/officeDocument/2006/relationships/audio" Target="../media/media2.mp3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microsoft.com/office/2007/relationships/media" Target="../media/media3.mp3"/><Relationship Id="rId2" Type="http://schemas.openxmlformats.org/officeDocument/2006/relationships/audio" Target="../media/media3.mp3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4067810" y="188595"/>
            <a:ext cx="3912235" cy="1692910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zh-CN" sz="5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兄弟的故事</a:t>
            </a:r>
            <a:endParaRPr lang="zh-CN" sz="5400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4356100" y="1556385"/>
            <a:ext cx="4618990" cy="2233295"/>
          </a:xfrm>
        </p:spPr>
        <p:txBody>
          <a:bodyPr/>
          <a:p>
            <a:pPr defTabSz="914400">
              <a:buClrTx/>
              <a:buSzTx/>
              <a:buFontTx/>
            </a:pPr>
            <a:r>
              <a:rPr 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旁白：熊浩楠</a:t>
            </a:r>
            <a:r>
              <a:rPr lang="en-US" alt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警察：黄博瑞</a:t>
            </a:r>
            <a:endParaRPr lang="zh-CN" altLang="en-US" sz="2000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buClrTx/>
              <a:buSzTx/>
              <a:buFontTx/>
            </a:pP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黑帮：</a:t>
            </a:r>
            <a:r>
              <a:rPr lang="en-US" alt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乌鸦：李浩楠</a:t>
            </a:r>
            <a:r>
              <a:rPr lang="en-US" alt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毒龙：黄毅</a:t>
            </a:r>
            <a:endParaRPr lang="zh-CN" altLang="en-US" sz="2000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buClrTx/>
              <a:buSzTx/>
              <a:buFontTx/>
            </a:pP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陈浩南：黄子恒</a:t>
            </a:r>
            <a:endParaRPr lang="zh-CN" altLang="en-US" sz="2000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buClrTx/>
              <a:buSzTx/>
              <a:buFontTx/>
            </a:pP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兄弟：</a:t>
            </a:r>
            <a:r>
              <a:rPr lang="en-US" alt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龙傲天（大哥）：朱星源</a:t>
            </a:r>
            <a:endParaRPr lang="zh-CN" altLang="en-US" sz="2000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buClrTx/>
              <a:buSzTx/>
              <a:buFontTx/>
            </a:pPr>
            <a:r>
              <a:rPr lang="en-US" alt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马哥</a:t>
            </a:r>
            <a:r>
              <a:rPr lang="en-US" alt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二哥）：周嘉昊</a:t>
            </a:r>
            <a:endParaRPr lang="zh-CN" altLang="en-US" sz="2000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buClrTx/>
              <a:buSzTx/>
              <a:buFontTx/>
            </a:pPr>
            <a:r>
              <a:rPr lang="en-US" alt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川哥（三弟</a:t>
            </a:r>
            <a:r>
              <a:rPr lang="en-US" altLang="zh-CN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:  </a:t>
            </a:r>
            <a:r>
              <a:rPr lang="zh-CN" altLang="en-US" sz="20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甘静川</a:t>
            </a:r>
            <a:endParaRPr lang="zh-CN" altLang="en-US" sz="2000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buClrTx/>
              <a:buSzTx/>
              <a:buFontTx/>
            </a:pPr>
            <a:endParaRPr lang="en-US" altLang="zh-CN" sz="2000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buClrTx/>
              <a:buSzTx/>
              <a:buFontTx/>
            </a:pPr>
            <a:r>
              <a:rPr lang="en-US" altLang="zh-CN" sz="2000" kern="1200" baseline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endParaRPr lang="en-US" altLang="zh-CN" sz="2000" kern="1200" baseline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87450" y="116205"/>
            <a:ext cx="6858000" cy="90233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第一幕</a:t>
            </a:r>
            <a:r>
              <a:rPr lang="en-US" altLang="zh-CN">
                <a:solidFill>
                  <a:srgbClr val="FF0000"/>
                </a:solidFill>
              </a:rPr>
              <a:t>.  </a:t>
            </a:r>
            <a:r>
              <a:rPr lang="zh-CN" altLang="en-US">
                <a:solidFill>
                  <a:srgbClr val="FF0000"/>
                </a:solidFill>
              </a:rPr>
              <a:t>兄弟桃园三结义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17320" y="8109585"/>
            <a:ext cx="6583680" cy="1437640"/>
          </a:xfrm>
        </p:spPr>
        <p:txBody>
          <a:bodyPr/>
          <a:p>
            <a:endParaRPr lang="zh-CN" altLang="en-US"/>
          </a:p>
        </p:txBody>
      </p:sp>
      <p:pic>
        <p:nvPicPr>
          <p:cNvPr id="4" name="兄弟抱一下片段1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32495" y="6236970"/>
            <a:ext cx="441325" cy="459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1222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3305" y="188595"/>
            <a:ext cx="6858000" cy="102425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第二幕</a:t>
            </a:r>
            <a:r>
              <a:rPr lang="en-US" altLang="zh-CN">
                <a:solidFill>
                  <a:srgbClr val="FF0000"/>
                </a:solidFill>
              </a:rPr>
              <a:t>1. </a:t>
            </a:r>
            <a:r>
              <a:rPr lang="zh-CN" altLang="en-US">
                <a:solidFill>
                  <a:srgbClr val="FF0000"/>
                </a:solidFill>
              </a:rPr>
              <a:t>大哥街头装乞丐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55650" y="7821295"/>
            <a:ext cx="6858000" cy="650875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260" y="332740"/>
            <a:ext cx="7886700" cy="79057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第二幕</a:t>
            </a:r>
            <a:r>
              <a:rPr lang="en-US" altLang="zh-CN">
                <a:solidFill>
                  <a:srgbClr val="FF0000"/>
                </a:solidFill>
              </a:rPr>
              <a:t>2.  </a:t>
            </a:r>
            <a:r>
              <a:rPr lang="zh-CN" altLang="en-US">
                <a:solidFill>
                  <a:srgbClr val="FF0000"/>
                </a:solidFill>
              </a:rPr>
              <a:t>毒龙认义父被骗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1823" y="7965123"/>
            <a:ext cx="7886700" cy="1500187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3940" y="260350"/>
            <a:ext cx="7389495" cy="91884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第三幕</a:t>
            </a:r>
            <a:r>
              <a:rPr lang="en-US" altLang="zh-CN">
                <a:solidFill>
                  <a:srgbClr val="FF0000"/>
                </a:solidFill>
              </a:rPr>
              <a:t>.  </a:t>
            </a:r>
            <a:r>
              <a:rPr lang="zh-CN" altLang="en-US">
                <a:solidFill>
                  <a:srgbClr val="FF0000"/>
                </a:solidFill>
              </a:rPr>
              <a:t>浩南收保护费被打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43940" y="7029133"/>
            <a:ext cx="6858000" cy="1655762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260350"/>
            <a:ext cx="6858000" cy="862330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第四幕</a:t>
            </a:r>
            <a:r>
              <a:rPr lang="en-US" altLang="zh-CN">
                <a:solidFill>
                  <a:srgbClr val="FF0000"/>
                </a:solidFill>
              </a:rPr>
              <a:t>1. </a:t>
            </a:r>
            <a:r>
              <a:rPr lang="zh-CN" altLang="en-US">
                <a:solidFill>
                  <a:srgbClr val="FF0000"/>
                </a:solidFill>
              </a:rPr>
              <a:t>兄弟齐心战黑帮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7029133"/>
            <a:ext cx="6858000" cy="1655762"/>
          </a:xfrm>
        </p:spPr>
        <p:txBody>
          <a:bodyPr/>
          <a:p>
            <a:endParaRPr lang="zh-CN" altLang="en-US"/>
          </a:p>
        </p:txBody>
      </p:sp>
      <p:pic>
        <p:nvPicPr>
          <p:cNvPr id="4" name="机关枪声_耳聆网_[声音ID：41731]"/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end="5822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44840" y="5949315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82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332740"/>
            <a:ext cx="6858000" cy="78041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第四幕</a:t>
            </a:r>
            <a:r>
              <a:rPr lang="en-US" altLang="zh-CN">
                <a:solidFill>
                  <a:srgbClr val="FF0000"/>
                </a:solidFill>
              </a:rPr>
              <a:t>2. </a:t>
            </a:r>
            <a:r>
              <a:rPr lang="zh-CN" altLang="en-US">
                <a:solidFill>
                  <a:srgbClr val="FF0000"/>
                </a:solidFill>
              </a:rPr>
              <a:t>大哥变身胜黑帮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rot="20340000">
            <a:off x="-201930" y="1794510"/>
            <a:ext cx="5248910" cy="1655445"/>
          </a:xfrm>
        </p:spPr>
        <p:txBody>
          <a:bodyPr/>
          <a:p>
            <a:r>
              <a:rPr lang="en-US" altLang="zh-CN" sz="9600">
                <a:solidFill>
                  <a:srgbClr val="FFFF00"/>
                </a:solidFill>
              </a:rPr>
              <a:t>   </a:t>
            </a:r>
            <a:r>
              <a:rPr lang="zh-CN" altLang="en-US" sz="9600">
                <a:solidFill>
                  <a:srgbClr val="FFFF00"/>
                </a:solidFill>
              </a:rPr>
              <a:t>迪迦！</a:t>
            </a:r>
            <a:endParaRPr lang="zh-CN" altLang="en-US" sz="9600">
              <a:solidFill>
                <a:srgbClr val="FFFF00"/>
              </a:solidFill>
            </a:endParaRPr>
          </a:p>
        </p:txBody>
      </p:sp>
      <p:pic>
        <p:nvPicPr>
          <p:cNvPr id="4" name="奇迹再现片段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64705" y="6957060"/>
            <a:ext cx="114300" cy="193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999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15695" y="260350"/>
            <a:ext cx="6858000" cy="76136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第五幕</a:t>
            </a:r>
            <a:r>
              <a:rPr lang="en-US" altLang="zh-CN">
                <a:solidFill>
                  <a:srgbClr val="FF0000"/>
                </a:solidFill>
              </a:rPr>
              <a:t>. </a:t>
            </a:r>
            <a:r>
              <a:rPr lang="zh-CN" altLang="en-US">
                <a:solidFill>
                  <a:srgbClr val="FF0000"/>
                </a:solidFill>
              </a:rPr>
              <a:t>兄弟助警抓黑帮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88085" y="7029133"/>
            <a:ext cx="6858000" cy="1655762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88085" y="1412875"/>
            <a:ext cx="6858000" cy="1303020"/>
          </a:xfrm>
        </p:spPr>
        <p:txBody>
          <a:bodyPr/>
          <a:p>
            <a:r>
              <a:rPr lang="zh-CN" altLang="en-US" sz="8000">
                <a:solidFill>
                  <a:srgbClr val="FF0000"/>
                </a:solidFill>
              </a:rPr>
              <a:t>大结局</a:t>
            </a:r>
            <a:endParaRPr lang="zh-CN" altLang="en-US" sz="800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87450" y="2715895"/>
            <a:ext cx="6858000" cy="1684020"/>
          </a:xfrm>
        </p:spPr>
        <p:txBody>
          <a:bodyPr/>
          <a:p>
            <a:r>
              <a:rPr lang="zh-CN" altLang="en-US" sz="3200">
                <a:solidFill>
                  <a:srgbClr val="FF0000"/>
                </a:solidFill>
                <a:uFillTx/>
              </a:rPr>
              <a:t>正义终将战胜邪恶</a:t>
            </a:r>
            <a:endParaRPr lang="zh-CN" altLang="en-US" sz="3200">
              <a:solidFill>
                <a:srgbClr val="FF0000"/>
              </a:solidFill>
              <a:uFillTx/>
            </a:endParaRPr>
          </a:p>
          <a:p>
            <a:r>
              <a:rPr lang="zh-CN" altLang="en-US" sz="3200">
                <a:solidFill>
                  <a:srgbClr val="FF0000"/>
                </a:solidFill>
                <a:uFillTx/>
              </a:rPr>
              <a:t>兄弟同心</a:t>
            </a:r>
            <a:r>
              <a:rPr lang="en-US" altLang="zh-CN" sz="3200">
                <a:solidFill>
                  <a:srgbClr val="FF0000"/>
                </a:solidFill>
                <a:uFillTx/>
              </a:rPr>
              <a:t>,</a:t>
            </a:r>
            <a:r>
              <a:rPr lang="zh-CN" altLang="en-US" sz="3200">
                <a:solidFill>
                  <a:srgbClr val="FF0000"/>
                </a:solidFill>
                <a:uFillTx/>
              </a:rPr>
              <a:t>其利断金</a:t>
            </a:r>
            <a:r>
              <a:rPr lang="en-US" altLang="zh-CN" sz="3200">
                <a:solidFill>
                  <a:srgbClr val="FF0000"/>
                </a:solidFill>
                <a:uFillTx/>
              </a:rPr>
              <a:t>!</a:t>
            </a:r>
            <a:endParaRPr lang="en-US" altLang="zh-CN" sz="2800">
              <a:solidFill>
                <a:srgbClr val="FF0000"/>
              </a:solidFill>
              <a:uFillTx/>
            </a:endParaRPr>
          </a:p>
          <a:p>
            <a:r>
              <a:rPr lang="zh-CN" altLang="en-US" sz="6600">
                <a:solidFill>
                  <a:srgbClr val="F5F707"/>
                </a:solidFill>
                <a:uFillTx/>
              </a:rPr>
              <a:t>兄弟抱一下</a:t>
            </a:r>
            <a:r>
              <a:rPr lang="en-US" altLang="zh-CN" sz="6600">
                <a:solidFill>
                  <a:srgbClr val="F5F707"/>
                </a:solidFill>
                <a:uFillTx/>
              </a:rPr>
              <a:t>!</a:t>
            </a:r>
            <a:endParaRPr lang="en-US" altLang="zh-CN" sz="6600">
              <a:solidFill>
                <a:srgbClr val="F5F707"/>
              </a:solidFill>
              <a:uFillTx/>
            </a:endParaRPr>
          </a:p>
        </p:txBody>
      </p:sp>
      <p:pic>
        <p:nvPicPr>
          <p:cNvPr id="4" name="兄弟抱一下片段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08215" y="5876925"/>
            <a:ext cx="2176780" cy="912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740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ZGVhNTcxZWIzZjU5ZDg0N2RlMzUzYzg0MDRiZjg3OGU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WPS 演示</Application>
  <PresentationFormat/>
  <Paragraphs>33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兄弟的故事</vt:lpstr>
      <vt:lpstr>第一幕.  兄弟桃园三结义</vt:lpstr>
      <vt:lpstr>第二幕1. 大哥街头装乞丐</vt:lpstr>
      <vt:lpstr>第二幕2.  毒龙认义父被骗</vt:lpstr>
      <vt:lpstr>第三幕.  浩南收保护费被打</vt:lpstr>
      <vt:lpstr>第四幕1. 兄弟齐心战黑帮</vt:lpstr>
      <vt:lpstr>第四幕2. 大哥变身胜黑帮</vt:lpstr>
      <vt:lpstr>第五幕. 兄弟助警抓黑帮</vt:lpstr>
      <vt:lpstr>大结局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兄弟的故事</dc:title>
  <dc:creator>user</dc:creator>
  <cp:lastModifiedBy>seewo</cp:lastModifiedBy>
  <cp:revision>6</cp:revision>
  <dcterms:created xsi:type="dcterms:W3CDTF">2024-11-21T09:03:00Z</dcterms:created>
  <dcterms:modified xsi:type="dcterms:W3CDTF">2024-11-22T00:27:46Z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842E4D233EC6464689EF834530AB5844_12</vt:lpwstr>
  </property>
</Properties>
</file>